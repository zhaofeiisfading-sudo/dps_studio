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这次汇报不从软件界面开始，而是从一条速度曲线是怎么来的开始。DPS Studio 目前要解决的问题，是把原始时间—电压数据、STFT、谱线选择和表观速度换算放进一套能够回查的记录里。今天重点讲已经跑通的数值链、真实数据结果，以及为什么现在还不能把这条曲线称为最终科研结果。
---
注意点：
- 重点：题目中的“可追溯”和“表观速度”。
- 节奏：封面停顿后直接进入旧软件的问题。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软件的问题不只是画面过时。更麻烦的是，看到一条曲线以后，很难完整回答它用了什么参数、在哪个时间段选了哪条谱线、人工改动发生在哪里。如果弱信号区突然跳到另一条峰上，也缺少可以复查的谱图和诊断量。这样即使两次得到的曲线看起来接近，也不容易证明处理过程相同。所以我认为需要重建的不是界面，而是从输入到结果的证据记录。
---
注意点：
- 重点：把“界面问题”与“证据问题”区分开。
- 画面引导：先读左侧结论，再看右侧四条具体后果。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当前目标分成三层。第一层是数据安全，原始文件只读，单位明确，不静默改数据。第二层是算法复刻，先让读取、STFT、脊线和速度换算能够在真实数据上重复运行。第三层才是可信判断，包括弱信号、假峰、起跳点、双通道和物理修正。GUI 会影响使用体验，但如果前面三层没有稳定，界面做得再完整也无法证明曲线可信。
---
注意点：
- 重点：GUI 是后续工作，不是当前完成度的代表。
- 节奏：三层逐层讲，不要把第三层说成已经完成。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这里不泛泛讲 Python 的优点，只看项目里真实使用的依赖。NumPy、SciPy 和 pandas 负责数值与数据表，Matplotlib 让图能够按同一配置重复生成。PySide6 和 PyQtGraph 是之后做 GUI 的准备，但目前 GUI 还没有完成。pytest、Ruff 和 mypy 用来检查行为、代码和类型。更重要的是，这些依赖、版本范围和入口都写在 pyproject.toml 里，可以跟着代码一起保存和回查。
---
注意点：
- 重点：可回查的配置比“语言先进”更重要。
- 补充：不要把已列入依赖误说成界面已经完成。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当前工作树里，两个通道分别从时间—电压数据读取成 SignalRecord，再做 STFT、峰脊线、亚频点精修和拍频到表观速度的换算。连续性与谱对比度也会一起输出，最后保存 CSV、图片和 manifest。这里需要明确，LiF 修正、折射率修正、双通道自动择优和 GUI 还不在这条完成链里。能输出表观速度，不等于已经得到修正后的真实界面速度。
---
注意点：
- 画面引导：沿细线从左到右，最后看下方链路外项目。
- 重点：处理链终点是 apparent velocity。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这张图来自同一个原始 CSV 的两个采集通道，只截取了事件附近的显示窗口。可以看到，两个通道的峰峰值相差大约 2.48 倍，因此不能在电压层直接平均。SignalRecord 会把时间和电压保存为只读数组，并使用秒和伏特。若时间轴不满足近似均匀采样，标准 STFT 会直接拒绝，而不是悄悄重采样。先保留差异，后面才有条件判断差异来自量程、噪声还是谱线质量。
---
注意点：
- 重点：量程不同是“不能直接平均”的直观证据。
- 补充：图中没有平滑、插值或重采样。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一次傅里叶变换只能告诉我们整个时间段里有哪些频率成分，却不能说明这些成分什么时候出现、什么时候下降。STFT 用滑动窗把局部频谱沿时间展开。图中的横轴是相对事件时间，纵轴是频率，颜色代表相对幅值，白线是当前候选脊线。可以看到强支路、谐波和后段低频结构同时存在，所以“最亮的峰”不一定在每个时刻都对应同一物理分支。
---
注意点：
- 画面引导：先看事件起点，再看白线平台和后段下降。
- 重点：STFT 展开了问题，但没有自动解决分支判断。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和 High time resolution 使用相同的 hop、nfft 和搜索带，主要差别是窗长。40 GHz 数据下，768 点窗约 19.2 ns，512 点窗约 12.8 ns。窗越长，频率估计通常更稳定，但事件定位会更宽；窗越短，时间支持更窄，但平台抖动可能增大。nfft 等于 4096 会加密频率网格，却不会让真实物理分辨率无限提高。搜索带能减少明显不合理的候选峰，但设得太窄也可能排除真实信号。
---
注意点：
- 重点：参数是取舍，不是越大越好。
- 画面引导：先读左侧两 profile，再看右侧真实源码。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脊线的纵坐标首先是拍频。当前采用正常入射反射模式的换算式，表观速度等于真空波长乘拍频再除以二。因为输入是一侧频谱，结果只有非负大小，不包含运动方向。配置里的 1.55 微米被明确标为演示值，还没有和实验记录核对。代码也没有加入 LiF、折射率或入射角修正，所以这条曲线只能叫无符号表观速度。
---
注意点：
- 重点：apparent velocity 与 corrected velocity 必须分开。
- 节奏：公式讲慢一些，随后逐条说明边界。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左图和右图来自同一次 production run、同一个 Balanced profile 和同一个通道。左图给出分析带中的 STFT 与精修候选脊线，右图把候选拍频换算成事件区表观速度。右图中的起跳前零和连接线是显示约定，不是中间时刻的测量点；CSV 中的正式非候选位置仍然是 NaN。这里能够证明的是图和数值可以从同一份配置重复生成，不能证明脊线已经在所有弱信号区都选对。
---
注意点：
- 画面引导：左图看白线，右图看起跳和平台。
- 重点：同一运行的对应关系与物理可信度是两件事。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最新 Balanced 输出中，两通道首个候选表观速度约为 538 和 532 米每秒，整段趋势也非常接近。这说明两个独立通道可以互相印证。与此同时，两个通道的谱对比度统计并不相同。当前这些 dB 量只是描述性证据，不是正式 SNR，也没有经过验证的可信阈值。因此不能只因为某个数字更高，就自动选择一个通道或把两个通道平均。
---
注意点：
- 重点：相互印证不等于自动融合。
- 补充：比较图只绘制 formal candidate，没有平滑和插值。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目前稳定存在的能力包括只读读取、SignalRecord、STFT、脊线提取、亚频点精修、表观速度换算、双通道输出，以及 CSV、图和 manifest。连续性和谱质量已经能提供证据，但还没有变成正式可信规则。LiF 修正、完整 GUI、完整 CLI、打包和用户验收都还没有完成。这里按能力列状态，是为了避免把任务编号或代码文件数量误当成软件完成度。
---
注意点：
- 画面引导：从上到下看能力、状态和证据。
- 重点：“初步实现”不能在口头上升级为“已解决”。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从生成曲线到相信曲线，中间还缺六类判断。弱信号区可能追到错误支路；起跳前平台和零速度区需要物理判据；不同参数会改变时频细节；双通道还没有择优规则；波长和 LiF 修正没有核验；GUI 和部署也没有完成。当前结果适合检查数值流程和定位问题，但还不能作为最终科研数据直接使用。
---
注意点：
- 重点：把算法问题、实验参数问题和软件交付问题分开讲。
- 节奏：六项逐条快速讲，最后停在“不能宣称最终结果”。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下一阶段先从非 AI 的谱线增强和连续性约束开始，因为后面的起跳点、平台和双通道判断都依赖候选谱线本身。随后建立弱信号与双通道判据，再核对波长、LiF 修正和实验条件。数值与物理边界稳定以后，再完成 GUI、打包和用户测试。AI 可以在后期帮助标记可疑区域，但不直接生成或决定最终速度曲线。
---
注意点：
- 重点：顺序由依赖关系决定。
- 补充：本页全部是计划，不要用完成时态。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目前已经完成从真实 PDV 原始数据到表观速度曲线的基础数值链。现在的重点不再是能不能画出曲线，而是如何证明这条曲线追踪的是正确谱线。下一阶段会围绕非 AI 谱线约束、双通道质量判断、波长和窗口修正验证继续推进；这些判断稳定以后，再完善 GUI、打包和用户测试。
---
注意点：
- 重点：用事实收束，不喊口号。
- 节奏：最后一句说完停顿，结束汇报。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0"/>
            <a:ext cx="2480767" cy="6858000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45168" y="0"/>
            <a:ext cx="146304" cy="6858000"/>
          </a:xfrm>
          <a:prstGeom prst="rect">
            <a:avLst/>
          </a:prstGeom>
          <a:solidFill>
            <a:srgbClr val="F0DDD8"/>
          </a:solidFill>
          <a:ln w="12700">
            <a:solidFill>
              <a:srgbClr val="F0DD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680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10" kern="0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DPS Studio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1344168"/>
            <a:ext cx="8046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PDV 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原始信号到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可追溯表观速度曲线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77824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课题组组会汇报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26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56875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V(t)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29968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41448" y="5687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S(t, f)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41064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61688" y="5687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78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v_app(t)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912096" y="495604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≠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已完成物理修正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旧流程缺少参数、处理步骤与结果之间的可追溯映射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157276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看到曲线后，</a:t>
            </a:r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仍难回答它如何产生。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参数、人工选择、异常峰和源文件之间没有完整记录，结果接近也不代表过程相同。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因此要重建处理证据，不只是更换界面。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15000" y="14173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1417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99248" y="14173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结果不能对应到完整参数和时间区间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715000" y="211226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99248" y="25146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人工选峰与修改步骤难以复现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715000" y="320954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辨不出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99248" y="36118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弱信号和假峰缺少可核验依据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15000" y="430682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4709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回不去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99248" y="47091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原始数据与处理结果边界不清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715000" y="540410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当前优先级：数值链验证先于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1335024"/>
            <a:ext cx="10222992" cy="1078992"/>
          </a:xfrm>
          <a:prstGeom prst="rect">
            <a:avLst/>
          </a:prstGeom>
          <a:solidFill>
            <a:srgbClr val="F0DDD8"/>
          </a:solidFill>
          <a:ln w="12700">
            <a:solidFill>
              <a:srgbClr val="F0DD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5179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01568" y="1517904"/>
            <a:ext cx="7159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只读输入｜不覆盖原文件｜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单位｜异常明示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9264" y="2779776"/>
            <a:ext cx="10003536" cy="1078992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56816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21024" y="2962656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文件读取｜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｜脊线｜拍频换算｜复现与导出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4224528"/>
            <a:ext cx="9784080" cy="1078992"/>
          </a:xfrm>
          <a:prstGeom prst="rect">
            <a:avLst/>
          </a:prstGeom>
          <a:solidFill>
            <a:srgbClr val="E4EFEE"/>
          </a:solidFill>
          <a:ln w="12700">
            <a:solidFill>
              <a:srgbClr val="E4EF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4443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76272" y="44074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可信判断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40480" y="440740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弱信号｜假峰｜起跳点｜双通道｜修正边界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92440" y="5596128"/>
            <a:ext cx="2880360" cy="512064"/>
          </a:xfrm>
          <a:prstGeom prst="rect">
            <a:avLst/>
          </a:prstGeom>
          <a:solidFill>
            <a:srgbClr val="EEECE9"/>
          </a:solidFill>
          <a:ln w="12700">
            <a:solidFill>
              <a:srgbClr val="EEECE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5687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algn="ctr"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排在可信判断之后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当前优先级：先把计算说清楚，再把操作做方便。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</a:t>
            </a:r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的价值在于让计算、配置和检查留在同一份记录里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NumPy · SciPy · pandas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读取、数组、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和数据表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28600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14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同一输入和配置重复生成图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338328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交互界面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PySide6 · PyQtGraph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3464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依赖已列入；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9808" y="448056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709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34640" y="4709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 · Ruff · mypy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34640" y="5138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行为、代码和类型检查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" y="557784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272" y="1344168"/>
            <a:ext cx="4645152" cy="4526280"/>
          </a:xfrm>
          <a:prstGeom prst="rect">
            <a:avLst/>
          </a:prstGeom>
          <a:solidFill>
            <a:srgbClr val="F1EDE8"/>
          </a:solidFill>
          <a:ln w="12700">
            <a:solidFill>
              <a:srgbClr val="F1ED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673352"/>
            <a:ext cx="39136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"dps-studio"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"numpy", "scipy", "pandas",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"matplotlib",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"PySide6", "pyqtgraph",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"pydantic"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[project.optional-dependencies]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= ["pytest", "ruff",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"mypy", "pyinstaller"]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5468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· lines 8–27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依赖被记录下来，结果才有机会对应到具体运行环境。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当前处理链已经到表观速度，物理修正仍在链路之外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0" y="1197864"/>
            <a:ext cx="109728" cy="109728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143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41080" y="1197864"/>
            <a:ext cx="109728" cy="109728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1143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1197864"/>
            <a:ext cx="109728" cy="109728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143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2221992"/>
            <a:ext cx="914" cy="1938528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745236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466344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87452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12724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0487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文件读取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5896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3659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SignalRecord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9068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6831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12240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011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0003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候选脊线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2240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011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0003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亚频点精修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3348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1111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544568" y="4206240"/>
            <a:ext cx="237744" cy="237744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2219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75564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7335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3327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/ 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manifest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49808" y="5751576"/>
            <a:ext cx="10588752" cy="502920"/>
          </a:xfrm>
          <a:prstGeom prst="rect">
            <a:avLst/>
          </a:prstGeom>
          <a:solidFill>
            <a:srgbClr val="EEECE9"/>
          </a:solidFill>
          <a:ln w="12700">
            <a:solidFill>
              <a:srgbClr val="EEECE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58338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链路之外：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修正｜双通道自动择优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融合｜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当前结果是无符号表观速度，不是窗口修正后的真实界面速度。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输入层先保留差异，再决定如何比较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时间为秒，电压为伏特；数组只读。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633472"/>
            <a:ext cx="26517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529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非均匀采样会报错，不静默重采样。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4023360"/>
            <a:ext cx="26517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251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2.48×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68096" y="4892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两通道峰峰值比（显示窗）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" y="5413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量程不同：不在电压层平均。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11880" y="1353312"/>
            <a:ext cx="7635240" cy="49194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18" name="Image 0" descr="同一原始文件的两个 PDV 电压通道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162556"/>
            <a:ext cx="7543800" cy="2971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21608" y="5989320"/>
            <a:ext cx="7415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data/raw/20260607.csv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事件附近显示窗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无平滑、插值或重采样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FFT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无法定位拍频在何时改变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94944" y="11155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将局部频谱沿时间展开；白线只是候选脊线，不是物理真值。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1627632"/>
            <a:ext cx="9372600" cy="464515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8" name="Image 0" descr="Balanced profile channel 1 STFT with refined candidate ri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019" y="1673352"/>
            <a:ext cx="7149201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5989320"/>
            <a:ext cx="9153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/ pdv_channel_1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production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参数共同决定时间、频率分辨率与搜索范围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5760720" cy="530352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time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08960" y="19751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19751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3591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323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 length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08960" y="24323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24323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28163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8895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08960" y="28895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8895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32735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467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08960" y="33467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33467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37307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039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nfft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108960" y="38039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4096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00600" y="38039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4096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1879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61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ridge search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108960" y="42611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0.05–2.0 GHz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00600" y="42611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0.05–2.0 GHz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" y="473659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 GHz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：窗长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19.2 / 12.8 ns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 ≈ 3.2 ns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720840" y="1353312"/>
            <a:ext cx="4754880" cy="290779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36" name="Image 0" descr="Balanced analysis profile source code excer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3824" y="1399032"/>
            <a:ext cx="4648912" cy="2487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30568" y="3977640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src/dps_studio/core/analysis_profiles.py:136–145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13232" y="5330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窗长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1581912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越长，频率估计更稳；时间定位更宽。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6272784" y="5330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7141464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越小，时间网格更密；计算量更大。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713232" y="5916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nfft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581912" y="59161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加密频率网格，不代表真实分辨率无限提高。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272784" y="5916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搜索带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7141464" y="59161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排除明显假峰，但不能随意排除真实信号。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物理换算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脊线先给出拍频，波长明确后才能换算表观速度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vₐₚₚ = λ₀ fᵦ / 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78992" y="265176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normal-incidence reflection PDV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97880" y="1417320"/>
            <a:ext cx="914" cy="4251960"/>
          </a:xfrm>
          <a:prstGeom prst="line">
            <a:avLst/>
          </a:prstGeom>
          <a:noFill/>
          <a:ln w="12700">
            <a:solidFill>
              <a:srgbClr val="D9D2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554480"/>
            <a:ext cx="146304" cy="14630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拍频不是速度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48272" y="19202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脊线纵坐标先是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f_b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；只有显式波长后才换算。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9088" y="2880360"/>
            <a:ext cx="146304" cy="146304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807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当前是无符号表观速度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48272" y="32461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一侧频谱不提供方向；当前输出不带符号。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19088" y="4206240"/>
            <a:ext cx="146304" cy="146304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41330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修正仍未实现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48272" y="4572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LiF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、折射率或入射角修正。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" y="3785616"/>
            <a:ext cx="4754880" cy="1298448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λ₀ = 1.55 μm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115568" y="4507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配置中的演示值，尚未与实验记录核验。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apparent velocity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corrected velocity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必须分开记录和表述。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真实结果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同一次真实运行把时频脊线对应到表观速度曲线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513832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7" name="Image 0" descr="STFT and refined candidate ridge from the latest production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9478"/>
            <a:ext cx="5422392" cy="3204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202936"/>
            <a:ext cx="5294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/ channel 1 · STFT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refined candidate ridge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516636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10" name="Image 1" descr="Apparent velocity event detail from the same latest production r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42140"/>
            <a:ext cx="5074920" cy="29988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5202936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右：同一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run / profile / channel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事件区表观速度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9808" y="5596128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左：候选谱线位置；右：同一候选频率换算为表观速度。结果可复现，但弱信号区仍需核验。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run_20260724_004901_103968 · display-only bridge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不写入中间测量点。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双通道一致性不能替代通道可信度判定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635240" cy="495604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7" name="Image 0" descr="Latest two-channel formal candidate apparent velocity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15922"/>
            <a:ext cx="7543800" cy="31382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6044184"/>
            <a:ext cx="7415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Balanced run · formal candidate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无平滑、插值、平均或融合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1527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538 / 532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59368" y="2121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m/s ·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两通道首个候选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41080" y="2633472"/>
            <a:ext cx="233172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52.5 / 55.8 dB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64108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peak-to-background median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4108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13.3 / 19.9 dB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641080" y="43616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peak-to-competitor median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540496" y="4956048"/>
            <a:ext cx="2743200" cy="1225296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0808" y="5138928"/>
            <a:ext cx="2331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dB 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量仅是描述性证据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SNR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，也不是自动择优阈值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目前已经复刻了核心数值链，但完成度不等于可信度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0" y="1170432"/>
            <a:ext cx="109728" cy="109728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41080" y="1170432"/>
            <a:ext cx="109728" cy="109728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1170432"/>
            <a:ext cx="109728" cy="109728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1155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298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298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1691640"/>
            <a:ext cx="10469880" cy="914"/>
          </a:xfrm>
          <a:prstGeom prst="line">
            <a:avLst/>
          </a:prstGeom>
          <a:noFill/>
          <a:ln w="10160">
            <a:solidFill>
              <a:srgbClr val="D9D2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783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原始数据只读读取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596128" y="187452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783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17830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core/models/signal.py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SignalRecord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96128" y="237744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2860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60920" y="2286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SI、只读数组、采样信息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77240" y="271576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788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时频计算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596128" y="288036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788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60920" y="27889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core/time_frequency/stft.py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321868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291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脊线提取与亚频点精修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596128" y="338328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291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60920" y="3291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core/ridge/peak.py · refinement.py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372160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794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拍频到无符号表观速度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596128" y="388620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794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360920" y="37947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core/physics/velocity.py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" y="422452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297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双通道独立分析与输出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596128" y="438912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297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360920" y="4297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core/workflow/analysis.py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77240" y="472744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800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连续性与谱质量证据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5596128" y="4892040"/>
            <a:ext cx="118872" cy="118872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4800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360920" y="48006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没有正式可信阈值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77240" y="523036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303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、图片与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manifest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596128" y="539496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5303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360920" y="53035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scripts/production_outputs.py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77240" y="573328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8064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修正、完整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596128" y="5897880"/>
            <a:ext cx="118872" cy="118872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5806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7360920" y="58064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不得写成当前成果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777240" y="623620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能力状态来自当前工作树；未提交内容不等于稳定发布。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当前结果能展示流程，还不能宣称是最终科研结果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8437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曲线可生成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2952" y="28437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曲线可信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40280" y="3072384"/>
            <a:ext cx="754380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03120" y="2916936"/>
            <a:ext cx="310896" cy="310896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5208" y="2916936"/>
            <a:ext cx="310896" cy="310896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29000" y="2286000"/>
            <a:ext cx="914" cy="676656"/>
          </a:xfrm>
          <a:prstGeom prst="line">
            <a:avLst/>
          </a:prstGeom>
          <a:noFill/>
          <a:ln w="10160">
            <a:solidFill>
              <a:srgbClr val="9E2A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898648"/>
            <a:ext cx="128016" cy="128016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630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弱信号区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可能追错分支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2148840"/>
            <a:ext cx="914" cy="813816"/>
          </a:xfrm>
          <a:prstGeom prst="line">
            <a:avLst/>
          </a:prstGeom>
          <a:noFill/>
          <a:ln w="10160">
            <a:solidFill>
              <a:srgbClr val="B443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2898648"/>
            <a:ext cx="128016" cy="128016"/>
          </a:xfrm>
          <a:prstGeom prst="ellipse">
            <a:avLst/>
          </a:prstGeom>
          <a:solidFill>
            <a:srgbClr val="B4432E"/>
          </a:solidFill>
          <a:ln w="12700">
            <a:solidFill>
              <a:srgbClr val="B4432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258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起跳点、平台和零速度区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缺少物理判据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49640" y="2304288"/>
            <a:ext cx="914" cy="658368"/>
          </a:xfrm>
          <a:prstGeom prst="line">
            <a:avLst/>
          </a:prstGeom>
          <a:noFill/>
          <a:ln w="10160">
            <a:solidFill>
              <a:srgbClr val="C789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898648"/>
            <a:ext cx="128016" cy="128016"/>
          </a:xfrm>
          <a:prstGeom prst="ellipse">
            <a:avLst/>
          </a:prstGeom>
          <a:solidFill>
            <a:srgbClr val="C78926"/>
          </a:solidFill>
          <a:ln w="12700">
            <a:solidFill>
              <a:srgbClr val="C789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参数改变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时频图细节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 flipV="1">
            <a:off x="4480560" y="3191256"/>
            <a:ext cx="914" cy="237744"/>
          </a:xfrm>
          <a:prstGeom prst="line">
            <a:avLst/>
          </a:prstGeom>
          <a:noFill/>
          <a:ln w="10160">
            <a:solidFill>
              <a:srgbClr val="167C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3127248"/>
            <a:ext cx="128016" cy="128016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9319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双通道择优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没有正式规则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flipV="1">
            <a:off x="7132320" y="3191256"/>
            <a:ext cx="914" cy="420624"/>
          </a:xfrm>
          <a:prstGeom prst="line">
            <a:avLst/>
          </a:prstGeom>
          <a:noFill/>
          <a:ln w="10160">
            <a:solidFill>
              <a:srgbClr val="167C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8312" y="3127248"/>
            <a:ext cx="128016" cy="128016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1148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波长与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LiF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修正尚未核验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 flipV="1">
            <a:off x="9692640" y="3191256"/>
            <a:ext cx="914" cy="283464"/>
          </a:xfrm>
          <a:prstGeom prst="line">
            <a:avLst/>
          </a:prstGeom>
          <a:noFill/>
          <a:ln w="10160">
            <a:solidFill>
              <a:srgbClr val="A6A3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8632" y="3127248"/>
            <a:ext cx="128016" cy="128016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39776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、打包和验收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508760" y="5532120"/>
            <a:ext cx="9189720" cy="594360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5650992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当前结果适合检查数值流程和定位问题，不适合直接宣称为最终科研数据。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下一阶段按依赖顺序推进，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只做后期辅助识别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70432" y="1481328"/>
            <a:ext cx="914" cy="4462272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417320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538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307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AI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谱线增强与连续性约束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13075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输出：候选谱线连续性与分支证据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1929384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2221992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2585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112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起跳点、平台区和弱信号判据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1122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输出：可解释的区间标记与拒绝理由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45920" y="2734056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3026664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0632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29169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916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输出：规则、证据和不确定状态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45920" y="3538728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" y="3831336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167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8679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37216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修正与实验条件核验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37216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输出：经核对的参数和修正模型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645920" y="4343400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" y="4636008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67258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4526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45262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输出：围绕已验证数值链的交互界面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645920" y="5148072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" y="5440680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47725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45920" y="5330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打包部署与用户测试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53309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输出：跨机器安装、日志和验收记录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806440" y="5843016"/>
            <a:ext cx="5257800" cy="603504"/>
          </a:xfrm>
          <a:prstGeom prst="rect">
            <a:avLst/>
          </a:prstGeom>
          <a:solidFill>
            <a:srgbClr val="E4EFEE"/>
          </a:solidFill>
          <a:ln w="12700">
            <a:solidFill>
              <a:srgbClr val="E4EF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58978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algn="ctr"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的位置：标记可疑区域，不直接生成或决定最终速度曲线。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530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当前重点已由曲线生成转向</a:t>
            </a:r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谱线追踪的可信度验证。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56232" y="3182112"/>
            <a:ext cx="530352" cy="914"/>
          </a:xfrm>
          <a:prstGeom prst="line">
            <a:avLst/>
          </a:prstGeom>
          <a:noFill/>
          <a:ln w="16510">
            <a:solidFill>
              <a:srgbClr val="9E2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2971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PDV 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原始数据到表观速度的基础数值链已经存在。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56232" y="4096512"/>
            <a:ext cx="530352" cy="914"/>
          </a:xfrm>
          <a:prstGeom prst="line">
            <a:avLst/>
          </a:prstGeom>
          <a:noFill/>
          <a:ln w="1651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8862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弱信号谱线、双通道判断、波长与窗口修正仍需证据。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56232" y="5010912"/>
            <a:ext cx="530352" cy="914"/>
          </a:xfrm>
          <a:prstGeom prst="line">
            <a:avLst/>
          </a:prstGeom>
          <a:noFill/>
          <a:ln w="16510">
            <a:solidFill>
              <a:srgbClr val="6A69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48006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可信判断稳定后，再完善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、打包和用户测试。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6144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DPS Studio · </a:t>
            </a:r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2026.07.26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 PDV 原始信号到可追溯表观速度曲线</dc:title>
  <dc:subject>DPS Studio 课题组组会汇报重制版</dc:subject>
  <dc:creator>DPS Studio project</dc:creator>
  <cp:lastModifiedBy>DPS Studio project</cp:lastModifiedBy>
  <cp:revision>1</cp:revision>
  <dcterms:created xsi:type="dcterms:W3CDTF">2026-07-25T16:54:28Z</dcterms:created>
  <dcterms:modified xsi:type="dcterms:W3CDTF">2026-07-25T16:54:28Z</dcterms:modified>
</cp:coreProperties>
</file>