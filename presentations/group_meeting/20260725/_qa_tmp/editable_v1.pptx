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537.94</c:v>
                </c:pt>
                <c:pt idx="1">
                  <c:v>544.99</c:v>
                </c:pt>
                <c:pt idx="2">
                  <c:v>548.86</c:v>
                </c:pt>
                <c:pt idx="3">
                  <c:v>549.74</c:v>
                </c:pt>
                <c:pt idx="4">
                  <c:v>550.46</c:v>
                </c:pt>
                <c:pt idx="5">
                  <c:v>553.11</c:v>
                </c:pt>
                <c:pt idx="6">
                  <c:v>558.02</c:v>
                </c:pt>
                <c:pt idx="7">
                  <c:v>563.68</c:v>
                </c:pt>
                <c:pt idx="8">
                  <c:v>568.91</c:v>
                </c:pt>
                <c:pt idx="9">
                  <c:v>570.79</c:v>
                </c:pt>
                <c:pt idx="10">
                  <c:v>569.78</c:v>
                </c:pt>
                <c:pt idx="11">
                  <c:v>568.7</c:v>
                </c:pt>
                <c:pt idx="12">
                  <c:v>569.05</c:v>
                </c:pt>
                <c:pt idx="13">
                  <c:v>570.85</c:v>
                </c:pt>
                <c:pt idx="14">
                  <c:v>572.81</c:v>
                </c:pt>
                <c:pt idx="15">
                  <c:v>573.02</c:v>
                </c:pt>
                <c:pt idx="16">
                  <c:v>571.84</c:v>
                </c:pt>
                <c:pt idx="17">
                  <c:v>571.4</c:v>
                </c:pt>
                <c:pt idx="18">
                  <c:v>571.25</c:v>
                </c:pt>
                <c:pt idx="19">
                  <c:v>569.36</c:v>
                </c:pt>
                <c:pt idx="20">
                  <c:v>566.41</c:v>
                </c:pt>
                <c:pt idx="21">
                  <c:v>564.26</c:v>
                </c:pt>
                <c:pt idx="22">
                  <c:v>562.73</c:v>
                </c:pt>
                <c:pt idx="23">
                  <c:v>562.02</c:v>
                </c:pt>
                <c:pt idx="24">
                  <c:v>563.12</c:v>
                </c:pt>
                <c:pt idx="25">
                  <c:v>565.12</c:v>
                </c:pt>
                <c:pt idx="26">
                  <c:v>566.27</c:v>
                </c:pt>
                <c:pt idx="27">
                  <c:v>566.58</c:v>
                </c:pt>
                <c:pt idx="28">
                  <c:v>566.88</c:v>
                </c:pt>
                <c:pt idx="29">
                  <c:v>566.78</c:v>
                </c:pt>
                <c:pt idx="30">
                  <c:v>565.33</c:v>
                </c:pt>
                <c:pt idx="31">
                  <c:v>562.62</c:v>
                </c:pt>
                <c:pt idx="32">
                  <c:v>560.59</c:v>
                </c:pt>
                <c:pt idx="33">
                  <c:v>561.6</c:v>
                </c:pt>
                <c:pt idx="34">
                  <c:v>564.98</c:v>
                </c:pt>
                <c:pt idx="35">
                  <c:v>567.15</c:v>
                </c:pt>
                <c:pt idx="36">
                  <c:v>566.24</c:v>
                </c:pt>
                <c:pt idx="37">
                  <c:v>564.38</c:v>
                </c:pt>
                <c:pt idx="38">
                  <c:v>563.95</c:v>
                </c:pt>
                <c:pt idx="39">
                  <c:v>564.87</c:v>
                </c:pt>
                <c:pt idx="40">
                  <c:v>565.25</c:v>
                </c:pt>
                <c:pt idx="41">
                  <c:v>564.44</c:v>
                </c:pt>
                <c:pt idx="42">
                  <c:v>563.96</c:v>
                </c:pt>
                <c:pt idx="43">
                  <c:v>564.49</c:v>
                </c:pt>
                <c:pt idx="44">
                  <c:v>565.11</c:v>
                </c:pt>
                <c:pt idx="45">
                  <c:v>565.24</c:v>
                </c:pt>
                <c:pt idx="46">
                  <c:v>565.06</c:v>
                </c:pt>
                <c:pt idx="47">
                  <c:v>564.33</c:v>
                </c:pt>
                <c:pt idx="48">
                  <c:v>563.35</c:v>
                </c:pt>
                <c:pt idx="49">
                  <c:v>562.89</c:v>
                </c:pt>
                <c:pt idx="50">
                  <c:v>562.51</c:v>
                </c:pt>
                <c:pt idx="51">
                  <c:v>561.63</c:v>
                </c:pt>
                <c:pt idx="52">
                  <c:v>561.38</c:v>
                </c:pt>
                <c:pt idx="53">
                  <c:v>562.65</c:v>
                </c:pt>
                <c:pt idx="54">
                  <c:v>563.96</c:v>
                </c:pt>
                <c:pt idx="55">
                  <c:v>564.27</c:v>
                </c:pt>
                <c:pt idx="56">
                  <c:v>563.9</c:v>
                </c:pt>
                <c:pt idx="57">
                  <c:v>563.16</c:v>
                </c:pt>
                <c:pt idx="58">
                  <c:v>562.88</c:v>
                </c:pt>
                <c:pt idx="59">
                  <c:v>563.71</c:v>
                </c:pt>
                <c:pt idx="60">
                  <c:v>564.59</c:v>
                </c:pt>
                <c:pt idx="6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Microsoft YaHei"/>
              </a:rPr>
              <a:t>最近真实运行的描述性谱质量统计（不是正式 SNR）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峰—背景幅值对比度中位数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55.8</c:v>
                </c:pt>
                <c:pt idx="2">
                  <c:v>48.1</c:v>
                </c:pt>
                <c:pt idx="3">
                  <c:v>51.1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峰—竞争峰幅值对比度中位数</c:v>
                </c:pt>
              </c:strCache>
            </c:strRef>
          </c:tx>
          <c:spPr>
            <a:solidFill>
              <a:srgbClr val="0F77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13.3</c:v>
                </c:pt>
                <c:pt idx="1">
                  <c:v>19.9</c:v>
                </c:pt>
                <c:pt idx="2">
                  <c:v>13.3</c:v>
                </c:pt>
                <c:pt idx="3">
                  <c:v>19.9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537.94</c:v>
                </c:pt>
                <c:pt idx="1">
                  <c:v>544.99</c:v>
                </c:pt>
                <c:pt idx="2">
                  <c:v>548.86</c:v>
                </c:pt>
                <c:pt idx="3">
                  <c:v>549.74</c:v>
                </c:pt>
                <c:pt idx="4">
                  <c:v>550.46</c:v>
                </c:pt>
                <c:pt idx="5">
                  <c:v>553.11</c:v>
                </c:pt>
                <c:pt idx="6">
                  <c:v>558.02</c:v>
                </c:pt>
                <c:pt idx="7">
                  <c:v>563.68</c:v>
                </c:pt>
                <c:pt idx="8">
                  <c:v>568.91</c:v>
                </c:pt>
                <c:pt idx="9">
                  <c:v>570.79</c:v>
                </c:pt>
                <c:pt idx="10">
                  <c:v>569.78</c:v>
                </c:pt>
                <c:pt idx="11">
                  <c:v>568.7</c:v>
                </c:pt>
                <c:pt idx="12">
                  <c:v>569.05</c:v>
                </c:pt>
                <c:pt idx="13">
                  <c:v>570.85</c:v>
                </c:pt>
                <c:pt idx="14">
                  <c:v>572.81</c:v>
                </c:pt>
                <c:pt idx="15">
                  <c:v>573.02</c:v>
                </c:pt>
                <c:pt idx="16">
                  <c:v>571.84</c:v>
                </c:pt>
                <c:pt idx="17">
                  <c:v>571.4</c:v>
                </c:pt>
                <c:pt idx="18">
                  <c:v>571.25</c:v>
                </c:pt>
                <c:pt idx="19">
                  <c:v>569.36</c:v>
                </c:pt>
                <c:pt idx="20">
                  <c:v>566.41</c:v>
                </c:pt>
                <c:pt idx="21">
                  <c:v>564.26</c:v>
                </c:pt>
                <c:pt idx="22">
                  <c:v>562.73</c:v>
                </c:pt>
                <c:pt idx="23">
                  <c:v>562.02</c:v>
                </c:pt>
                <c:pt idx="24">
                  <c:v>563.12</c:v>
                </c:pt>
                <c:pt idx="25">
                  <c:v>565.12</c:v>
                </c:pt>
                <c:pt idx="26">
                  <c:v>566.27</c:v>
                </c:pt>
                <c:pt idx="27">
                  <c:v>566.58</c:v>
                </c:pt>
                <c:pt idx="28">
                  <c:v>566.88</c:v>
                </c:pt>
                <c:pt idx="29">
                  <c:v>566.78</c:v>
                </c:pt>
                <c:pt idx="30">
                  <c:v>565.33</c:v>
                </c:pt>
                <c:pt idx="31">
                  <c:v>562.62</c:v>
                </c:pt>
                <c:pt idx="32">
                  <c:v>560.59</c:v>
                </c:pt>
                <c:pt idx="33">
                  <c:v>561.6</c:v>
                </c:pt>
                <c:pt idx="34">
                  <c:v>564.98</c:v>
                </c:pt>
                <c:pt idx="35">
                  <c:v>567.15</c:v>
                </c:pt>
                <c:pt idx="36">
                  <c:v>566.24</c:v>
                </c:pt>
                <c:pt idx="37">
                  <c:v>564.38</c:v>
                </c:pt>
                <c:pt idx="38">
                  <c:v>563.95</c:v>
                </c:pt>
                <c:pt idx="39">
                  <c:v>564.87</c:v>
                </c:pt>
                <c:pt idx="40">
                  <c:v>565.25</c:v>
                </c:pt>
                <c:pt idx="41">
                  <c:v>564.44</c:v>
                </c:pt>
                <c:pt idx="42">
                  <c:v>563.96</c:v>
                </c:pt>
                <c:pt idx="43">
                  <c:v>564.49</c:v>
                </c:pt>
                <c:pt idx="44">
                  <c:v>565.11</c:v>
                </c:pt>
                <c:pt idx="45">
                  <c:v>565.24</c:v>
                </c:pt>
                <c:pt idx="46">
                  <c:v>565.06</c:v>
                </c:pt>
                <c:pt idx="47">
                  <c:v>564.33</c:v>
                </c:pt>
                <c:pt idx="48">
                  <c:v>563.35</c:v>
                </c:pt>
                <c:pt idx="49">
                  <c:v>562.89</c:v>
                </c:pt>
                <c:pt idx="50">
                  <c:v>562.51</c:v>
                </c:pt>
                <c:pt idx="51">
                  <c:v>561.63</c:v>
                </c:pt>
                <c:pt idx="52">
                  <c:v>561.38</c:v>
                </c:pt>
                <c:pt idx="53">
                  <c:v>562.65</c:v>
                </c:pt>
                <c:pt idx="54">
                  <c:v>563.96</c:v>
                </c:pt>
                <c:pt idx="55">
                  <c:v>564.27</c:v>
                </c:pt>
                <c:pt idx="56">
                  <c:v>563.9</c:v>
                </c:pt>
                <c:pt idx="57">
                  <c:v>563.16</c:v>
                </c:pt>
                <c:pt idx="58">
                  <c:v>562.88</c:v>
                </c:pt>
                <c:pt idx="59">
                  <c:v>563.71</c:v>
                </c:pt>
                <c:pt idx="60">
                  <c:v>564.59</c:v>
                </c:pt>
                <c:pt idx="6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531.83</c:v>
                </c:pt>
                <c:pt idx="1">
                  <c:v>542.47</c:v>
                </c:pt>
                <c:pt idx="2">
                  <c:v>548.41</c:v>
                </c:pt>
                <c:pt idx="3">
                  <c:v>549.84</c:v>
                </c:pt>
                <c:pt idx="4">
                  <c:v>550.4</c:v>
                </c:pt>
                <c:pt idx="5">
                  <c:v>552.96</c:v>
                </c:pt>
                <c:pt idx="6">
                  <c:v>557.83</c:v>
                </c:pt>
                <c:pt idx="7">
                  <c:v>563.53</c:v>
                </c:pt>
                <c:pt idx="8">
                  <c:v>568.77</c:v>
                </c:pt>
                <c:pt idx="9">
                  <c:v>570.69</c:v>
                </c:pt>
                <c:pt idx="10">
                  <c:v>569.8</c:v>
                </c:pt>
                <c:pt idx="11">
                  <c:v>568.79</c:v>
                </c:pt>
                <c:pt idx="12">
                  <c:v>569.11</c:v>
                </c:pt>
                <c:pt idx="13">
                  <c:v>570.88</c:v>
                </c:pt>
                <c:pt idx="14">
                  <c:v>572.85</c:v>
                </c:pt>
                <c:pt idx="15">
                  <c:v>573.02</c:v>
                </c:pt>
                <c:pt idx="16">
                  <c:v>571.82</c:v>
                </c:pt>
                <c:pt idx="17">
                  <c:v>571.39</c:v>
                </c:pt>
                <c:pt idx="18">
                  <c:v>571.2</c:v>
                </c:pt>
                <c:pt idx="19">
                  <c:v>569.18</c:v>
                </c:pt>
                <c:pt idx="20">
                  <c:v>566.2</c:v>
                </c:pt>
                <c:pt idx="21">
                  <c:v>564.16</c:v>
                </c:pt>
                <c:pt idx="22">
                  <c:v>562.69</c:v>
                </c:pt>
                <c:pt idx="23">
                  <c:v>561.95</c:v>
                </c:pt>
                <c:pt idx="24">
                  <c:v>563.09</c:v>
                </c:pt>
                <c:pt idx="25">
                  <c:v>565.17</c:v>
                </c:pt>
                <c:pt idx="26">
                  <c:v>566.35</c:v>
                </c:pt>
                <c:pt idx="27">
                  <c:v>566.62</c:v>
                </c:pt>
                <c:pt idx="28">
                  <c:v>566.87</c:v>
                </c:pt>
                <c:pt idx="29">
                  <c:v>566.76</c:v>
                </c:pt>
                <c:pt idx="30">
                  <c:v>565.27</c:v>
                </c:pt>
                <c:pt idx="31">
                  <c:v>562.53</c:v>
                </c:pt>
                <c:pt idx="32">
                  <c:v>560.56</c:v>
                </c:pt>
                <c:pt idx="33">
                  <c:v>561.66</c:v>
                </c:pt>
                <c:pt idx="34">
                  <c:v>565.04</c:v>
                </c:pt>
                <c:pt idx="35">
                  <c:v>567.15</c:v>
                </c:pt>
                <c:pt idx="36">
                  <c:v>566.19</c:v>
                </c:pt>
                <c:pt idx="37">
                  <c:v>564.33</c:v>
                </c:pt>
                <c:pt idx="38">
                  <c:v>563.92</c:v>
                </c:pt>
                <c:pt idx="39">
                  <c:v>564.86</c:v>
                </c:pt>
                <c:pt idx="40">
                  <c:v>565.23</c:v>
                </c:pt>
                <c:pt idx="41">
                  <c:v>564.42</c:v>
                </c:pt>
                <c:pt idx="42">
                  <c:v>563.94</c:v>
                </c:pt>
                <c:pt idx="43">
                  <c:v>564.5</c:v>
                </c:pt>
                <c:pt idx="44">
                  <c:v>565.16</c:v>
                </c:pt>
                <c:pt idx="45">
                  <c:v>565.3</c:v>
                </c:pt>
                <c:pt idx="46">
                  <c:v>565.04</c:v>
                </c:pt>
                <c:pt idx="47">
                  <c:v>564.25</c:v>
                </c:pt>
                <c:pt idx="48">
                  <c:v>563.31</c:v>
                </c:pt>
                <c:pt idx="49">
                  <c:v>562.88</c:v>
                </c:pt>
                <c:pt idx="50">
                  <c:v>562.49</c:v>
                </c:pt>
                <c:pt idx="51">
                  <c:v>561.62</c:v>
                </c:pt>
                <c:pt idx="52">
                  <c:v>561.41</c:v>
                </c:pt>
                <c:pt idx="53">
                  <c:v>562.71</c:v>
                </c:pt>
                <c:pt idx="54">
                  <c:v>564</c:v>
                </c:pt>
                <c:pt idx="55">
                  <c:v>564.26</c:v>
                </c:pt>
                <c:pt idx="56">
                  <c:v>563.84</c:v>
                </c:pt>
                <c:pt idx="57">
                  <c:v>563.13</c:v>
                </c:pt>
                <c:pt idx="58">
                  <c:v>562.92</c:v>
                </c:pt>
                <c:pt idx="59">
                  <c:v>563.77</c:v>
                </c:pt>
                <c:pt idx="60">
                  <c:v>564.61</c:v>
                </c:pt>
                <c:pt idx="61">
                  <c:v>564.73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DPS Studio：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1572768"/>
            <a:ext cx="4663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 PDV 信号到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可追溯的表观速度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课题组组会｜开发进展与下一阶段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2026年7月25日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2057400"/>
            <a:ext cx="76200" cy="-24419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9800" y="1813209"/>
            <a:ext cx="76200" cy="-12297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0" y="1690231"/>
            <a:ext cx="76200" cy="5928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49512"/>
            <a:ext cx="76200" cy="2121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0" y="1961625"/>
            <a:ext cx="76200" cy="25965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2221279"/>
            <a:ext cx="76200" cy="17830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99586"/>
            <a:ext cx="76200" cy="844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0" y="2408035"/>
            <a:ext cx="76200" cy="-16560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3200" y="2242433"/>
            <a:ext cx="76200" cy="-25745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984983"/>
            <a:ext cx="76200" cy="-2215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600" y="1763479"/>
            <a:ext cx="76200" cy="-7560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1800" y="1687875"/>
            <a:ext cx="76200" cy="10782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795698"/>
            <a:ext cx="76200" cy="2377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2033427"/>
            <a:ext cx="76200" cy="2496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0" y="2283056"/>
            <a:ext cx="76200" cy="13761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2420672"/>
            <a:ext cx="76200" cy="-4270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2800" y="2377964"/>
            <a:ext cx="76200" cy="-20183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9000" y="2176131"/>
            <a:ext cx="76200" cy="-26076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915362"/>
            <a:ext cx="76200" cy="-19026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1400" y="1725099"/>
            <a:ext cx="76200" cy="-253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7600" y="1699786"/>
            <a:ext cx="76200" cy="1522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51989"/>
            <a:ext cx="76200" cy="25416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2106155"/>
            <a:ext cx="76200" cy="2299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200" y="2336120"/>
            <a:ext cx="76200" cy="9161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2427732"/>
            <a:ext cx="76200" cy="-922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8600" y="2335515"/>
            <a:ext cx="76200" cy="-2302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4800" y="2105245"/>
            <a:ext cx="76200" cy="-25402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1851225"/>
            <a:ext cx="76200" cy="-15167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200" y="1699548"/>
            <a:ext cx="76200" cy="2595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3400" y="1725505"/>
            <a:ext cx="76200" cy="19070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916211"/>
            <a:ext cx="76200" cy="26079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2177001"/>
            <a:ext cx="76200" cy="20142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2378423"/>
            <a:ext cx="76200" cy="420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2420492"/>
            <a:ext cx="76200" cy="-1381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34400" y="2282327"/>
            <a:ext cx="76200" cy="-2498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10600" y="2032511"/>
            <a:ext cx="76200" cy="-23746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46304" cy="14630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· 可验证 · 可交付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当前是可运行的数值分析工作流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速度曲线连接实验信号与后续物理判断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2487168"/>
            <a:ext cx="265176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265176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93408" y="2487168"/>
            <a:ext cx="265176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29584" y="3035808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0449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修正闸门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014216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" y="4352544"/>
            <a:ext cx="7808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旧流程的核心风险不是界面陈旧，而是证据链不完整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4358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旧输出曲线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600200" cy="0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0" cy="1298448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2819095"/>
            <a:ext cx="212598" cy="-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1550" y="2700406"/>
            <a:ext cx="240944" cy="-25895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2494" y="2441448"/>
            <a:ext cx="226771" cy="-30211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9266" y="2139330"/>
            <a:ext cx="212598" cy="14026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1864" y="2279599"/>
            <a:ext cx="269291" cy="29132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154" y="2570927"/>
            <a:ext cx="25511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19272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回归指纹 ≠ 物理真值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曲线连续，不代表分支身份正确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07792" y="111556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435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参数缺失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波长、窗长、搜索带和人工选择不可追溯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07792" y="212140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26771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494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谱证据缺失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25877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measured / zero_masked，无法重建谱状态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07792" y="312724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327355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552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质量状态缺失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35935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连续曲线仍可能跟踪错误谱分支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496312"/>
            <a:ext cx="384048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84848" y="132588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145389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物理结论？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6949440" y="1792224"/>
            <a:ext cx="16367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证据不完整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结论不可确认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60920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重建：把算法、配置和验证放进同一工作流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73552" y="1856232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19842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core / workflow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38144" y="2322576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· 配置 · 验证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 +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数组、Hann 窗、STFT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可复现输出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图与实验输出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PyQtGraph：GUI 待实现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PyInstaller：跨机器打包待验证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质量验证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+ Ruff + mypy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passed｜39 个源文件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1618488"/>
            <a:ext cx="-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34640" y="3493008"/>
            <a:ext cx="548640" cy="-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09360" y="3493008"/>
            <a:ext cx="-548640" cy="-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passed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全部通过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mypy 39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处理链已打通表观速度闭环，物理修正仍被明确隔离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峰脊线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三点精修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非覆盖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41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物理修正隔离闸门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82712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09560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 修正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13064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velocity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09560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有符号速度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513064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0496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通道融合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09560" y="251460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254203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弱信号判据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从描述性质量推进到可验证阈值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双通道质量决策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先输出证据，再建立择优规则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development preview 与正式结果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224528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67512" y="4562856"/>
            <a:ext cx="7808976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当前闭环止于无符号表观速度与描述性质量；全时段 preview 不是正式测量。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可信输入从只读原始数据、SI 单位和显式列映射开始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133856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" y="987552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115568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显式列映射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6424" y="1453896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time=0｜channel_1=1｜channel_2=2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写入单一 TOML 配置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75488" y="1993392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025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" y="184708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6424" y="2313432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分别构造 SignalRecord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不做输入层电压平均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62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2706624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283464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 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" y="3172968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秒、伏特、赫兹；记录源文件 SHA-256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5488" y="3712464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216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" y="356616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3694176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" y="4032504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不丢列、不插值、不平滑、不重采样；问题传递为 NaN/状态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3611880" y="987552"/>
            <a:ext cx="5047488" cy="3538728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28" name="Image 0" descr="真实输出｜data/raw/20260607.csv｜仅截取显示窗口，未平滑、未插值、未重采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1060704"/>
            <a:ext cx="4901184" cy="32095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21608" y="4297680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真实输出｜data/raw/20260607.csv｜仅截取显示窗口，未平滑、未插值、未重采样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源数据只读使用；任务前后 SHA-256 保持不变。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将时变拍频转换为可追踪的时频脊线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脊线给出拍频轨迹；只有显式波长才能换算表观速度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i="1" dirty="0">
                <a:solidFill>
                  <a:srgbClr val="0F778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vₐₚₚ = λ₀ fᵦ / 2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2257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λ₀ = 1.55 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2642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未确认的演示值，不作为实验参数结论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9981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失败保持 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" y="3438144"/>
            <a:ext cx="2642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精修失败与 PRE_EVENT 核心速度均不伪造数值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87705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" y="4215384"/>
            <a:ext cx="2642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apparent velocity 与未来 corrected velocity 必须分开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1｜正式候选帧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75888" y="1261872"/>
          <a:ext cx="495604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886200" y="45354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双通道必须独立分析；质量量只提供诊断证据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1078992"/>
          <a:ext cx="548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两个量程分别执行 STFT、脊线与速度换算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9169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通道 2 数值较高 ≠ 自动更可信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这些 dB 不是正式 SNR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当前没有 GOOD/BAD 阈值或自动融合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来源：run_20260724_004901_103968；数值只描述当前数据，不自动决定可信通道。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core/workflow 与 GUI 解耦，让数值链可以独立验证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0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0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56048" y="1810512"/>
            <a:ext cx="-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GUI（占位）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2679192"/>
            <a:ext cx="658368" cy="0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9844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未来：仅调用公共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0" y="2999232"/>
            <a:ext cx="-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2999232"/>
            <a:ext cx="-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当前工作树已形成可运行闭环；质量门通过但尚未发布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70432" cy="640080"/>
          </a:xfrm>
          <a:prstGeom prst="chevron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基础闭环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1051560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1978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输入安全 · STFT · 脊线 · 精修 · 表观速度 · 描述性质量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基本可用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54480" y="1856232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0025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Profile · 双通道 production · manifest · 真实输出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正在优化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54480" y="2660904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8072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弱信号决策 · preview 语义 · 文档与输出契约同步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465576"/>
            <a:ext cx="1170432" cy="640080"/>
          </a:xfrm>
          <a:prstGeom prst="chevron">
            <a:avLst/>
          </a:prstGeom>
          <a:solidFill>
            <a:srgbClr val="767A7F"/>
          </a:solidFill>
          <a:ln w="12700">
            <a:solidFill>
              <a:srgbClr val="767A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尚未实现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554480" y="3465576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1F2F3"/>
          </a:solidFill>
          <a:ln w="10160">
            <a:solidFill>
              <a:srgbClr val="A6A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611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· 完整 CLI · LiF 修正 · 可靠阈值 · 部署验证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79792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479792" y="2350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files · mypy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186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79792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files · 最新真实 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· All checks passed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31596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443984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" y="4782312"/>
            <a:ext cx="502005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11b761f｜当前工作树 dirty｜dirty worktree ≠ released version｜尚未发布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真实运行显示两通道结果同量级，但不能自动判定“哪个更可信”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45152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498848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626864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1" name="Text 17"/>
          <p:cNvSpPr/>
          <p:nvPr/>
        </p:nvSpPr>
        <p:spPr>
          <a:xfrm>
            <a:off x="667512" y="4965192"/>
            <a:ext cx="7808976" cy="-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软件能运行，不等于结果已达到科研使用标准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基础闭环已建立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可运行｜工程质量门已通过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科研级可信仍未完成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需实验依据｜需质量判断｜需交付验证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脊线连续性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逐帧最大峰仍无最大跳频、动态规划或连续性约束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质量阈值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描述性质量量无正式阈值，不能自动拒绝假峰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物理参数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1550 nm 未确认；LiF、折射率与 corrected velocity 未实现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全时段 preview 未经过正式质量门，不是正式低速测量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GUI、完整 CLI、集成测试、打包和跨机器部署未完成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下一阶段优先建立可信判据，再推进修正模型和 GUI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655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谱线连续性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8039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连续跟踪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显式搜索范围 · 物理先验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56616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28712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可验证判据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50592" y="320954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 · 平台区 · 弱信号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 / 验收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297180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224028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236829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96512" y="270662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先输出证据，再标定阈值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对照测试 / 验收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246888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17373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8653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修正模型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88152" y="22037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核验波长与 LiF 模型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验证后接入 corrected velocity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196596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1261872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138988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79792" y="1728216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CLI → GUI → 打包部署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114300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1271016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辅助识别（后期）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47872" y="1609344"/>
            <a:ext cx="2093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仅辅助候选识别，不直接生成最终速度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63440"/>
            <a:ext cx="7717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2" name="Text 40"/>
          <p:cNvSpPr/>
          <p:nvPr/>
        </p:nvSpPr>
        <p:spPr>
          <a:xfrm>
            <a:off x="713232" y="5001768"/>
            <a:ext cx="7717536" cy="-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项目重点已从“跑通”转向“可信、可复现、可交付”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97180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9809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57241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523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815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4845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subject>DPS Studio 课题组组会汇报</dc:subject>
  <dc:creator>DPS Studio project</dc:creator>
  <cp:lastModifiedBy>DPS Studio project</cp:lastModifiedBy>
  <cp:revision>1</cp:revision>
  <dcterms:created xsi:type="dcterms:W3CDTF">2026-07-25T01:08:21Z</dcterms:created>
  <dcterms:modified xsi:type="dcterms:W3CDTF">2026-07-25T01:08:21Z</dcterms:modified>
</cp:coreProperties>
</file>