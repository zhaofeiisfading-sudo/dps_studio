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重点：不要使用“软件已经完成”的表述。</a:t>
            </a:r>
          </a:p>
          <a:p>
            <a:r>
              <a:t>- 节奏：封面停留约 20 秒，直接进入实验链路。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画面引导：从左向右依次讲四个阶段。</a:t>
            </a:r>
          </a:p>
          <a:p>
            <a:r>
              <a:t>- 补充：当前正式结果只到无符号表观速度。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重点：不要扩展成对旧软件稳定性或技术栈的无依据批评。</a:t>
            </a:r>
          </a:p>
          <a:p>
            <a:r>
              <a:t>- 画面引导：先看缺失证据，再看右侧后果。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补充：PyInstaller 已列入开发依赖，但没有完成跨机器部署验证。</a:t>
            </a:r>
          </a:p>
          <a:p>
            <a:r>
              <a:t>- 节奏：数字只讲一次，不在后页重复测试细节。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重点：LiF 修正前的隔离闸门。</a:t>
            </a:r>
          </a:p>
          <a:p>
            <a:r>
              <a:t>- 过渡：下一页从链路最左端的输入安全开始。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画面引导：先看两个通道幅值不同，再解释为什么不能输入层平均。</a:t>
            </a:r>
          </a:p>
          <a:p>
            <a:r>
              <a:t>- 补充：图只截取显示窗口，数据本身未处理。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画面引导：先看事件前后，再沿白色脊线看平台和下降。</a:t>
            </a:r>
          </a:p>
          <a:p>
            <a:r>
              <a:t>- 重点：搜索 0.05–2.0 GHz；完整单边谱到实际 Nyquist。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重点：apparent 与 corrected 必须分开保存。</a:t>
            </a:r>
          </a:p>
          <a:p>
            <a:r>
              <a:t>- 补充：精修失败保持 NaN 和状态，不回退为看似连续的数值。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画面引导：先读图标题“不是正式 SNR”，再比较四组柱。</a:t>
            </a:r>
          </a:p>
          <a:p>
            <a:r>
              <a:t>- 重点：质量量不会删除、平滑或修改脊线。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画面引导：从上到下讲依赖，再看侧边灰色 GUI。</a:t>
            </a:r>
          </a:p>
          <a:p>
            <a:r>
              <a:t>- 补充：包 CLI 当前仍只有版本参数。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重点：工程质量门通过，不等于科研级验证完成。</a:t>
            </a:r>
          </a:p>
          <a:p>
            <a:r>
              <a:t>- 过渡：下一页看最近真实运行具体给出了什么。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画面引导：先比较起始值，再比较平台，不逐点解读。</a:t>
            </a:r>
          </a:p>
          <a:p>
            <a:r>
              <a:t>- 补充：真实 run 记录 `git_worktree_dirty=true`。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重点：左侧“已建立”和右侧“未完成”都要讲，避免全盘否定。</a:t>
            </a:r>
          </a:p>
          <a:p>
            <a:r>
              <a:t>- 节奏：每个缺口一句话，不展开细节。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画面引导：沿五阶段主线讲，最后指出上方 AI 虚线支路。</a:t>
            </a:r>
          </a:p>
          <a:p>
            <a:r>
              <a:t>- 重点：每一阶段都有自动测试和验收标准。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重点：三个关键词按“可信 → 可复现 → 可交付”收束。</a:t>
            </a:r>
          </a:p>
          <a:p>
            <a:r>
              <a:t>- 节奏：结尾停顿，进入讨论。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